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FEB7-CBE9-F8A0-D7E6-0B525AE47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730F3-F94A-947C-98D9-202DB22D2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0A7F-B561-A4A8-938D-96A3B351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14558-B555-550C-E89D-91D88BE5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57738-AC7E-62FE-85E0-8CCF7C94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7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1B53-BF73-196E-11F7-7EC2A5CF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1ADE-7D8B-7623-0D07-BBEC2D849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FE15-116F-DC8B-DCF8-2045FA4F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A509-237A-5F7B-FD8C-A1409CCB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5C594-2867-8308-00C9-06320B32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83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DAEE-2CBF-BCFF-BBE4-377D65E9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693DF-6A23-130A-3FB7-C4602B65F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96229-D648-6A73-61DA-F95435C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B427B-9823-EB45-1D2D-DB6CB1FE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575C-0110-14A2-0AEB-0B23B514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3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A178-6E3A-5C86-C2BD-FC266E93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48A5-1F11-3849-CEB8-F8FD21700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FCDD6-ABD8-A8CF-D93B-5CEBBCD0A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F624D-864F-3908-2277-39909D51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20BB0-A04A-50F4-2550-F54094A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534CA-ED0E-8360-0FC0-A3D0E3EB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25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9C01-1994-A3D4-CC78-09C3BF5A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00F15-FF03-117D-CA65-F72594D79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41884-66B4-0FCF-3FF4-2B750DF97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D2306-3B4B-2473-692C-39A9FFD02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8DFCF-6EA6-3D7B-44F2-B74DD883E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0A354-E574-C6DD-21D7-B74D4EA8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666D5-2344-4AAF-C6F6-B8179EAA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CD781-9BA2-4659-DE07-DDE48B0E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AE21-E13B-0988-1C2C-B05D7B4B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98CEF-D334-CAB6-552F-53200BC5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07F5E-7813-622F-F46B-84BE1655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5DB2A-A3C7-05FF-62D5-1781361A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0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351D8-DBF6-BEBE-E393-623A10A3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54626-9F2E-4B0E-B10F-72A33087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D46B9-A882-CEBA-EFFA-D5DCD006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48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07BF-1809-41C2-ABB6-8D0F6F6E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7DD9-6CC0-7945-9A09-D9DF3C15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32A6C-233F-C71C-D357-684E79A8F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16DFD-012E-51E7-81EB-ED4AD62C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76709-7569-9BEB-0F4A-21BCECB4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9EB5E-1C98-40CD-C93E-61FA9189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2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0C4F-F241-4D5F-4F36-90E58B0B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97C05-92AB-9C71-F441-A4A5BD1E1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8737-A554-2D3F-5BCB-5607340C9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06964-9B61-D83F-9276-AEE8D1B8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1CEBF-0618-CA44-1921-1BF52ECA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E7799-2B1D-DC33-6D87-D496CE71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84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4BC5-E593-DD2C-AE78-38BF11D6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ED065-E8CF-D478-137B-55CF43984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68209-B543-A01F-3B76-ED6192B7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8FFB-E721-1F55-D3B1-CD9FBB80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0774-1253-1253-55FE-4AB75498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3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C14CD-4528-F74C-276D-6E5E7D57B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D9076-4EC0-B1C3-4221-549944EE2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97D56-00DF-FF3E-135C-74A8AA90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F2B1-D7AA-5A0B-CA1F-BA14FAB2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E95B3-E885-CA01-104B-8C7F9633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0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29FDB-E634-75B2-B847-E7270819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59148-EF7E-2F1A-BCD7-47D0CF9AC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5F0FB-7527-0CDA-D24E-084F50683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E472D-EEBB-404F-B06B-B6CE3960CEBC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7231B-57B3-5E0B-0B10-B31AC8BD5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F3A5B-59AC-DDB2-A689-9C6BB84A2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2234E-C557-48DC-B240-D234947EA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21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C2B0-F7D2-B32E-F65C-806DBC4DB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Task 3: 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10449-93A7-80B0-C187-35033774A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Analyst Internship</a:t>
            </a:r>
          </a:p>
          <a:p>
            <a:r>
              <a:rPr lang="en-IN" dirty="0" err="1"/>
              <a:t>DataX</a:t>
            </a:r>
            <a:r>
              <a:rPr lang="en-IN" dirty="0"/>
              <a:t> Labs</a:t>
            </a:r>
          </a:p>
        </p:txBody>
      </p:sp>
    </p:spTree>
    <p:extLst>
      <p:ext uri="{BB962C8B-B14F-4D97-AF65-F5344CB8AC3E}">
        <p14:creationId xmlns:p14="http://schemas.microsoft.com/office/powerpoint/2010/main" val="600958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ACA2-E1A2-A0B3-5FB3-15AB7B06B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421D-FD14-A504-9FA7-DDB06513D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Columns Used:</a:t>
            </a:r>
          </a:p>
          <a:p>
            <a:pPr marL="0" indent="0">
              <a:buNone/>
            </a:pPr>
            <a:r>
              <a:rPr lang="en-US" sz="2000" dirty="0"/>
              <a:t>• Sales</a:t>
            </a:r>
          </a:p>
          <a:p>
            <a:pPr marL="0" indent="0">
              <a:buNone/>
            </a:pPr>
            <a:r>
              <a:rPr lang="en-US" sz="2000" dirty="0"/>
              <a:t>• Profit</a:t>
            </a:r>
          </a:p>
          <a:p>
            <a:pPr marL="0" indent="0">
              <a:buNone/>
            </a:pPr>
            <a:r>
              <a:rPr lang="en-US" sz="2000" dirty="0"/>
              <a:t>• Quantity</a:t>
            </a:r>
          </a:p>
          <a:p>
            <a:pPr marL="0" indent="0">
              <a:buNone/>
            </a:pPr>
            <a:r>
              <a:rPr lang="en-US" sz="2000" dirty="0"/>
              <a:t>• Category</a:t>
            </a:r>
          </a:p>
          <a:p>
            <a:pPr marL="0" indent="0">
              <a:buNone/>
            </a:pPr>
            <a:r>
              <a:rPr lang="en-US" sz="2000" dirty="0"/>
              <a:t>• Region</a:t>
            </a:r>
          </a:p>
          <a:p>
            <a:pPr marL="0" indent="0">
              <a:buNone/>
            </a:pPr>
            <a:r>
              <a:rPr lang="en-US" sz="2000" dirty="0"/>
              <a:t>• Segment</a:t>
            </a:r>
          </a:p>
          <a:p>
            <a:pPr marL="0" indent="0">
              <a:buNone/>
            </a:pPr>
            <a:r>
              <a:rPr lang="en-US" sz="2000" dirty="0"/>
              <a:t>• Order Date</a:t>
            </a:r>
          </a:p>
          <a:p>
            <a:pPr marL="0" indent="0">
              <a:buNone/>
            </a:pPr>
            <a:r>
              <a:rPr lang="en-US" sz="2000" dirty="0"/>
              <a:t>• Product Name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738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C8F1-6E37-B7E8-0280-5F107359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590AD-3956-40E6-A850-9BDB5D2E6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Total Sales: 2.30M</a:t>
            </a:r>
          </a:p>
          <a:p>
            <a:r>
              <a:rPr lang="en-US" sz="2400" dirty="0"/>
              <a:t> Total Profit: 286.40K</a:t>
            </a:r>
          </a:p>
          <a:p>
            <a:r>
              <a:rPr lang="en-US" sz="2400" dirty="0"/>
              <a:t> Total Orders: 9.99K</a:t>
            </a:r>
          </a:p>
          <a:p>
            <a:r>
              <a:rPr lang="en-US" sz="2400" dirty="0"/>
              <a:t> Total Quantity: 38K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501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42CC-E1B1-DE15-9451-28E20614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BF652-68AF-7E0F-0E16-20C4BFA97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074" y="1825625"/>
            <a:ext cx="71958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8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43E3-3520-905A-9C1E-C7F3809C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8B89-016B-37C9-D70E-D40B77E4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 Technology category generated the highest sales.</a:t>
            </a:r>
          </a:p>
          <a:p>
            <a:r>
              <a:rPr lang="en-US" sz="2000" dirty="0"/>
              <a:t> Consumer segment contributed the largest revenue share.</a:t>
            </a:r>
          </a:p>
          <a:p>
            <a:r>
              <a:rPr lang="en-US" sz="2000" dirty="0"/>
              <a:t> West region achieved the highest profit.</a:t>
            </a:r>
          </a:p>
          <a:p>
            <a:r>
              <a:rPr lang="en-US" sz="2000" dirty="0"/>
              <a:t>Sales trends varied across different time periods.</a:t>
            </a:r>
          </a:p>
          <a:p>
            <a:r>
              <a:rPr lang="en-US" sz="2000" dirty="0"/>
              <a:t> Interactive filters improve business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1792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Task 3: Dashboard Design</vt:lpstr>
      <vt:lpstr>Dataset Used</vt:lpstr>
      <vt:lpstr>Key Performance Indicators (KPIs)</vt:lpstr>
      <vt:lpstr>Dashboard Overview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Kapa Sri Lakshmi</dc:creator>
  <cp:lastModifiedBy>Kapa Sri Lakshmi</cp:lastModifiedBy>
  <cp:revision>2</cp:revision>
  <dcterms:created xsi:type="dcterms:W3CDTF">2026-06-19T05:52:46Z</dcterms:created>
  <dcterms:modified xsi:type="dcterms:W3CDTF">2026-06-19T05:59:16Z</dcterms:modified>
</cp:coreProperties>
</file>